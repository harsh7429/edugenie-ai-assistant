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108" y="7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ura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2563E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3200400"/>
            <a:ext cx="3200400" cy="3200400"/>
          </a:xfrm>
          <a:prstGeom prst="ellipse">
            <a:avLst/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777240"/>
            <a:ext cx="2926080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77724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  <a:latin typeface="Calibri"/>
              </a:rPr>
              <a:t>⚡  MCA FINAL YEAR PROJECT</a:t>
            </a:r>
          </a:p>
        </p:txBody>
      </p:sp>
      <p:pic>
        <p:nvPicPr>
          <p:cNvPr id="8" name="Picture 7" descr="brain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594360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137160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 dirty="0" err="1">
                <a:solidFill>
                  <a:srgbClr val="FFFFFF"/>
                </a:solidFill>
                <a:latin typeface="Calibri"/>
              </a:rPr>
              <a:t>EduGenie</a:t>
            </a:r>
            <a:endParaRPr sz="8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6B6D4"/>
                </a:solidFill>
                <a:latin typeface="Calibri"/>
              </a:rPr>
              <a:t>AI-Powered Smart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06B6D4"/>
                </a:solidFill>
                <a:latin typeface="Calibri"/>
              </a:rPr>
              <a:t>&amp; Progress Tracking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23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Generate  ·  Learn  ·  Track  ·  Adapt</a:t>
            </a:r>
          </a:p>
        </p:txBody>
      </p:sp>
      <p:pic>
        <p:nvPicPr>
          <p:cNvPr id="13" name="Picture 12" descr="gra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26280"/>
            <a:ext cx="502920" cy="5029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417320" y="4462272"/>
            <a:ext cx="5486400" cy="640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17320" y="4462272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Harsh Kumar  &amp;  Savita Tudu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321808"/>
            <a:ext cx="205740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32180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React + Vite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5321808"/>
            <a:ext cx="205740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63240" y="532180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Flask (Python)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5321808"/>
            <a:ext cx="205740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0" y="532180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MySQL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5321808"/>
            <a:ext cx="205740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43800" y="532180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OpenAI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5321808"/>
            <a:ext cx="2057400" cy="34747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84080" y="532180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JWT Auth</a:t>
            </a:r>
          </a:p>
        </p:txBody>
      </p:sp>
      <p:pic>
        <p:nvPicPr>
          <p:cNvPr id="26" name="Picture 25" descr="circuit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52160"/>
            <a:ext cx="12188952" cy="100584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Intelligent Learning Platform  ·  AI-Generated Notes &amp; Quizzes  ·  Smart Analytics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x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0"/>
            <a:ext cx="36576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brain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0116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804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What MCA students struggle with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56616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91440" cy="2103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9047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F4444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Static Study Material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Textbooks &amp; PDFs don't adapt
to individual learning pace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325880"/>
            <a:ext cx="356616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1325880"/>
            <a:ext cx="91440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49047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031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No Performance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56032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No way to monitor topic
strength vs. weakness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325880"/>
            <a:ext cx="356616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325880"/>
            <a:ext cx="91440" cy="21031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149047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A78BFA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10312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Inefficient Exam Prep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56032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No targeted quizzes or
feedback on syllabus areas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94760"/>
            <a:ext cx="356616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91440" cy="2103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395935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6B6D4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5720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Weak Areas Unknown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02920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Students can't identify
which subjects need revision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794760"/>
            <a:ext cx="356616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06240" y="3794760"/>
            <a:ext cx="91440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34840" y="395935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0B981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5720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Limited Practice Quizzes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02920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Pre-made quizzes are generic,
not topic-specific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3794760"/>
            <a:ext cx="356616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46720" y="3794760"/>
            <a:ext cx="91440" cy="21031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395935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472B6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4572000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Manual Progress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502920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Tracking preparation manually
is unreliable and tedious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ulb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6B6D4"/>
                </a:solidFill>
                <a:latin typeface="Calibri"/>
              </a:rPr>
              <a:t>EduGenie is not just a content generator — it is a learning intelligence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029200" cy="5120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029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What EduGenie Solves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002536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99339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Semester → Subject → Unit → Topic hierarchy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2624328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61518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8775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AI-generated study notes per topic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246120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236975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09544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AI-generated quizzes on demand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3867911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8587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31335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Tracks every quiz attempt automatically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4489704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480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53128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Calculates average score per subject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5111496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51023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749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Calculates subject-wise progress %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5733288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572414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696712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Highlights weak subjects needing revision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1325880"/>
            <a:ext cx="603504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60720" y="1325880"/>
            <a:ext cx="91440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989320" y="1527048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89320" y="152704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150876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563EB"/>
                </a:solidFill>
                <a:latin typeface="Calibri"/>
              </a:rPr>
              <a:t>Generate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196596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AI notes &amp; quizzes
for any topic instantly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3063239"/>
            <a:ext cx="603504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760720" y="3063239"/>
            <a:ext cx="91440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989320" y="3264408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89320" y="326440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324612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Track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370332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Monitor progress &amp; scores
per subject automatically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4800600"/>
            <a:ext cx="6035040" cy="1508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760720" y="4800600"/>
            <a:ext cx="91440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989320" y="5001768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89320" y="500176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98348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Adapt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544068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Identify weak areas &amp;
guide focused revision</a:t>
            </a:r>
          </a:p>
        </p:txBody>
      </p:sp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erver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01168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73152" cy="9601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4813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Calibri"/>
              </a:rPr>
              <a:t>User / Browser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371600"/>
            <a:ext cx="201168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51760" y="1371600"/>
            <a:ext cx="73152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16352" y="14813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⚛️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React + Vite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4708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Frontend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371600"/>
            <a:ext cx="201168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37760" y="1371600"/>
            <a:ext cx="73152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02352" y="14813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46304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Flask REST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84708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Backend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548640"/>
            <a:ext cx="201168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548640"/>
            <a:ext cx="7315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11312" y="6583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🗄️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64008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MySQL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102412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Database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2286000"/>
            <a:ext cx="201168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46720" y="2286000"/>
            <a:ext cx="73152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11312" y="23957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37744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OpenAI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76148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AI Engine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77440" y="1847088"/>
            <a:ext cx="265176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663440" y="1847088"/>
            <a:ext cx="256032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663440" y="1591056"/>
            <a:ext cx="2560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6B6D4"/>
                </a:solidFill>
                <a:latin typeface="Calibri"/>
              </a:rPr>
              <a:t>REST API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88352" y="1024128"/>
            <a:ext cx="640079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388352" y="76809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  <a:latin typeface="Calibri"/>
              </a:rPr>
              <a:t>SQL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388352" y="2761488"/>
            <a:ext cx="640079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88352" y="250545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  <a:latin typeface="Calibri"/>
              </a:rPr>
              <a:t>API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3154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Database Tables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3566160"/>
            <a:ext cx="242316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356616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🗂️  users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17520" y="3566160"/>
            <a:ext cx="242316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017520" y="356616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🗂️  subjects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0" y="3566160"/>
            <a:ext cx="242316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69280" y="356616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🗂️  units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3566160"/>
            <a:ext cx="242316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21040" y="356616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🗂️  topics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4224528"/>
            <a:ext cx="242316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422452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🗂️  quizzes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17520" y="4224528"/>
            <a:ext cx="242316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017520" y="422452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🗂️  quiz_attempts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0" y="4224528"/>
            <a:ext cx="2423160" cy="475488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669280" y="422452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  <a:latin typeface="Calibri"/>
              </a:rPr>
              <a:t>🗂️  user_progress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943600"/>
            <a:ext cx="114300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5943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🔐  JWT Authentication  ·  Role-Based Data Isolation  ·  RESTful  ·  Modular &amp; Scalable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ck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Authentication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Secure, user-specific access to all learning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0116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01168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51560" y="141732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417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128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  <a:latin typeface="Calibri"/>
              </a:rPr>
              <a:t>Sign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968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Email + Password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2103120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651760" y="1280160"/>
            <a:ext cx="20116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51760" y="1280160"/>
            <a:ext cx="201168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337560" y="141732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1417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2128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563EB"/>
                </a:solidFill>
                <a:latin typeface="Calibri"/>
              </a:rPr>
              <a:t>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5968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Credentials verified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63440" y="2103120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937760" y="1280160"/>
            <a:ext cx="20116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37760" y="1280160"/>
            <a:ext cx="20116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623560" y="14173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23560" y="1417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🎟️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2128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JWT Token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5968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Issued on login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49440" y="2103120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7223760" y="1280160"/>
            <a:ext cx="20116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223760" y="1280160"/>
            <a:ext cx="201168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909560" y="14173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09560" y="1417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🛡️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2128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Protected APIs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5968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Token validated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35440" y="2103120"/>
            <a:ext cx="2743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509760" y="1280160"/>
            <a:ext cx="20116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509760" y="1280160"/>
            <a:ext cx="201168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195560" y="141732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195560" y="1417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22128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78BFA"/>
                </a:solidFill>
                <a:latin typeface="Calibri"/>
              </a:rPr>
              <a:t>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25968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Personal data loaded</a:t>
            </a:r>
          </a:p>
        </p:txBody>
      </p:sp>
      <p:pic>
        <p:nvPicPr>
          <p:cNvPr id="40" name="Picture 39" descr="key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83280"/>
            <a:ext cx="6400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65760" y="3246120"/>
            <a:ext cx="114300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760" y="3246120"/>
            <a:ext cx="73152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" y="3337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Why JWT Authentication Matters in EduGenie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37673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Each user has their own quiz attempts, progress percentages, and performance data. JWT ensures every API
request is tied to the correct user — securing personal learning records and preventing data mixing.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4846320"/>
            <a:ext cx="2057400" cy="457200"/>
          </a:xfrm>
          <a:prstGeom prst="roundRect">
            <a:avLst/>
          </a:prstGeom>
          <a:solidFill>
            <a:srgbClr val="1E3A5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48463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✅  Secure Signup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51760" y="4846320"/>
            <a:ext cx="2057400" cy="457200"/>
          </a:xfrm>
          <a:prstGeom prst="roundRect">
            <a:avLst/>
          </a:prstGeom>
          <a:solidFill>
            <a:srgbClr val="1E3A5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651760" y="48463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🔒  Hashed Passwords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37760" y="4846320"/>
            <a:ext cx="2057400" cy="457200"/>
          </a:xfrm>
          <a:prstGeom prst="roundRect">
            <a:avLst/>
          </a:prstGeom>
          <a:solidFill>
            <a:srgbClr val="1E3A5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37760" y="48463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🎟️  JWT Tokens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223760" y="4846320"/>
            <a:ext cx="2057400" cy="457200"/>
          </a:xfrm>
          <a:prstGeom prst="roundRect">
            <a:avLst/>
          </a:prstGeom>
          <a:solidFill>
            <a:srgbClr val="1E3A5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223760" y="48463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🛡️  Protected Routes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09760" y="4846320"/>
            <a:ext cx="2057400" cy="457200"/>
          </a:xfrm>
          <a:prstGeom prst="roundRect">
            <a:avLst/>
          </a:prstGeom>
          <a:solidFill>
            <a:srgbClr val="1E3A5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509760" y="48463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👤  User Isolation</a:t>
            </a:r>
          </a:p>
        </p:txBody>
      </p:sp>
      <p:pic>
        <p:nvPicPr>
          <p:cNvPr id="55" name="Picture 54" descr="shield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5303520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heck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Core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36118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6118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oo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141732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Structured Academic Mode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03911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9842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Semester → Subject → Unit → Topic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56946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2514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MCA syllabus mapped hierarchy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99816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30449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Topic-wise notes &amp; quiz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234440"/>
            <a:ext cx="36118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59" y="1234440"/>
            <a:ext cx="361188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robo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41732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37759" y="141732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AI Note Generation</a:t>
            </a:r>
          </a:p>
        </p:txBody>
      </p:sp>
      <p:sp>
        <p:nvSpPr>
          <p:cNvPr id="19" name="Oval 18"/>
          <p:cNvSpPr/>
          <p:nvPr/>
        </p:nvSpPr>
        <p:spPr>
          <a:xfrm>
            <a:off x="4389120" y="2039112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90871" y="19842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Select Subject + Topic</a:t>
            </a:r>
          </a:p>
        </p:txBody>
      </p:sp>
      <p:sp>
        <p:nvSpPr>
          <p:cNvPr id="21" name="Oval 20"/>
          <p:cNvSpPr/>
          <p:nvPr/>
        </p:nvSpPr>
        <p:spPr>
          <a:xfrm>
            <a:off x="4389120" y="2569464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90871" y="2514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AI generates rich study notes</a:t>
            </a:r>
          </a:p>
        </p:txBody>
      </p:sp>
      <p:sp>
        <p:nvSpPr>
          <p:cNvPr id="23" name="Oval 22"/>
          <p:cNvSpPr/>
          <p:nvPr/>
        </p:nvSpPr>
        <p:spPr>
          <a:xfrm>
            <a:off x="4389120" y="3099816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90871" y="30449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Stored per user for reference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1234440"/>
            <a:ext cx="36118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1234440"/>
            <a:ext cx="3611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quiz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417320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869680" y="141732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AI Quiz Generation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2039112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22792" y="198424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Structured Mode: topic_id-based</a:t>
            </a:r>
          </a:p>
        </p:txBody>
      </p:sp>
      <p:sp>
        <p:nvSpPr>
          <p:cNvPr id="31" name="Oval 30"/>
          <p:cNvSpPr/>
          <p:nvPr/>
        </p:nvSpPr>
        <p:spPr>
          <a:xfrm>
            <a:off x="8321040" y="2569464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22792" y="2514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Custom Mode: type any subject</a:t>
            </a:r>
          </a:p>
        </p:txBody>
      </p:sp>
      <p:sp>
        <p:nvSpPr>
          <p:cNvPr id="33" name="Oval 32"/>
          <p:cNvSpPr/>
          <p:nvPr/>
        </p:nvSpPr>
        <p:spPr>
          <a:xfrm>
            <a:off x="8321040" y="3099816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22792" y="30449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Dynamic question creation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931920"/>
            <a:ext cx="36118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" y="3931920"/>
            <a:ext cx="36118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chart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14800"/>
            <a:ext cx="457200" cy="457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05840" y="411480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Smart Progress Tracking</a:t>
            </a:r>
          </a:p>
        </p:txBody>
      </p:sp>
      <p:sp>
        <p:nvSpPr>
          <p:cNvPr id="39" name="Oval 38"/>
          <p:cNvSpPr/>
          <p:nvPr/>
        </p:nvSpPr>
        <p:spPr>
          <a:xfrm>
            <a:off x="457200" y="4736592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46817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Topic completion percentage</a:t>
            </a:r>
          </a:p>
        </p:txBody>
      </p:sp>
      <p:sp>
        <p:nvSpPr>
          <p:cNvPr id="41" name="Oval 40"/>
          <p:cNvSpPr/>
          <p:nvPr/>
        </p:nvSpPr>
        <p:spPr>
          <a:xfrm>
            <a:off x="457200" y="5266944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8952" y="5212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Subject-wise average score</a:t>
            </a:r>
          </a:p>
        </p:txBody>
      </p:sp>
      <p:sp>
        <p:nvSpPr>
          <p:cNvPr id="43" name="Oval 42"/>
          <p:cNvSpPr/>
          <p:nvPr/>
        </p:nvSpPr>
        <p:spPr>
          <a:xfrm>
            <a:off x="457200" y="5797296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8952" y="57424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Auto-updates after each quiz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59" y="3931920"/>
            <a:ext cx="36118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251959" y="3931920"/>
            <a:ext cx="36118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analytics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4114800"/>
            <a:ext cx="457200" cy="4572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937759" y="411480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Adaptive Feedback</a:t>
            </a:r>
          </a:p>
        </p:txBody>
      </p:sp>
      <p:sp>
        <p:nvSpPr>
          <p:cNvPr id="49" name="Oval 48"/>
          <p:cNvSpPr/>
          <p:nvPr/>
        </p:nvSpPr>
        <p:spPr>
          <a:xfrm>
            <a:off x="4389120" y="4736592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90871" y="46817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Strong ≥80%  ·  Average 50-79%</a:t>
            </a:r>
          </a:p>
        </p:txBody>
      </p:sp>
      <p:sp>
        <p:nvSpPr>
          <p:cNvPr id="51" name="Oval 50"/>
          <p:cNvSpPr/>
          <p:nvPr/>
        </p:nvSpPr>
        <p:spPr>
          <a:xfrm>
            <a:off x="4389120" y="5266944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690871" y="5212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Needs Revision &lt;50%</a:t>
            </a:r>
          </a:p>
        </p:txBody>
      </p:sp>
      <p:sp>
        <p:nvSpPr>
          <p:cNvPr id="53" name="Oval 52"/>
          <p:cNvSpPr/>
          <p:nvPr/>
        </p:nvSpPr>
        <p:spPr>
          <a:xfrm>
            <a:off x="4389120" y="5797296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690871" y="57424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Highlights weakest subjects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83879" y="3931920"/>
            <a:ext cx="361188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183879" y="3931920"/>
            <a:ext cx="36118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 descr="shield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4114800"/>
            <a:ext cx="457200" cy="4572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869680" y="411480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Security &amp; Auth</a:t>
            </a:r>
          </a:p>
        </p:txBody>
      </p:sp>
      <p:sp>
        <p:nvSpPr>
          <p:cNvPr id="59" name="Oval 58"/>
          <p:cNvSpPr/>
          <p:nvPr/>
        </p:nvSpPr>
        <p:spPr>
          <a:xfrm>
            <a:off x="8321040" y="4736592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22792" y="46817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JWT-based login/signup</a:t>
            </a:r>
          </a:p>
        </p:txBody>
      </p:sp>
      <p:sp>
        <p:nvSpPr>
          <p:cNvPr id="61" name="Oval 60"/>
          <p:cNvSpPr/>
          <p:nvPr/>
        </p:nvSpPr>
        <p:spPr>
          <a:xfrm>
            <a:off x="8321040" y="5266944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622792" y="5212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User-specific data isolation</a:t>
            </a:r>
          </a:p>
        </p:txBody>
      </p:sp>
      <p:sp>
        <p:nvSpPr>
          <p:cNvPr id="63" name="Oval 62"/>
          <p:cNvSpPr/>
          <p:nvPr/>
        </p:nvSpPr>
        <p:spPr>
          <a:xfrm>
            <a:off x="8321040" y="5797296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622792" y="57424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Role-based access control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hart_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Smart Progress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0B981"/>
                </a:solidFill>
                <a:latin typeface="Calibri"/>
              </a:rPr>
              <a:t>The core innovation — automatic learning analytics after every quiz</a:t>
            </a:r>
          </a:p>
        </p:txBody>
      </p:sp>
      <p:pic>
        <p:nvPicPr>
          <p:cNvPr id="6" name="Picture 5" descr="progress_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2286000" cy="2286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926080" y="1234440"/>
            <a:ext cx="89611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26080" y="1234440"/>
            <a:ext cx="91440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80" y="1325880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Progress Calculation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810512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Progress % =  ( Attempted Topics  ÷  Total Topics )  × 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395728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1. Quiz attempt stored in quiz_attempts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596896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2. Average score recalculated across all attempts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798064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3. Distinct topics attempted counted per subject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999232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4. user_progress table updated automatically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657600"/>
            <a:ext cx="36576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3657600"/>
            <a:ext cx="9144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7" y="37307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307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Strong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160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Avg Score ≥ 80%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3657600"/>
            <a:ext cx="36576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51959" y="3657600"/>
            <a:ext cx="9144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53127" y="37307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199" y="37307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Average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199" y="4160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Avg Score 50–79%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3657600"/>
            <a:ext cx="3657600" cy="868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3657600"/>
            <a:ext cx="91440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85048" y="37307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19" y="37307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Needs Revision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9" y="4160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Avg Score &lt; 50%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7091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Sample Subject Performance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510235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DBMS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5138928"/>
            <a:ext cx="7772400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834640" y="5138928"/>
            <a:ext cx="6373368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744200" y="510235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82%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54406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Operating Systems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5477256"/>
            <a:ext cx="7772400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834640" y="5477256"/>
            <a:ext cx="505206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744200" y="544068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65%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577900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Data Structures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5815584"/>
            <a:ext cx="7772400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834640" y="5815584"/>
            <a:ext cx="3497580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744200" y="577900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45%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11733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Computer Networks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6153912"/>
            <a:ext cx="7772400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834640" y="6153912"/>
            <a:ext cx="7072884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744200" y="611733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91%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645566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Software Engineering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6492240"/>
            <a:ext cx="7772400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834640" y="6492240"/>
            <a:ext cx="450799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744200" y="645566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58%</a:t>
            </a:r>
          </a:p>
        </p:txBody>
      </p:sp>
    </p:spTree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nalytics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6B6D4"/>
                </a:solidFill>
                <a:latin typeface="Calibri"/>
              </a:rPr>
              <a:t>The complete learning feedback loop — 7 steps from login to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4360" y="1435608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43560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4416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User Logs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64792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JWT token issued, user authenticated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88720" y="2286000"/>
            <a:ext cx="0" cy="18288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5760" y="2606040"/>
            <a:ext cx="530352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2606040"/>
            <a:ext cx="73152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94360" y="2807208"/>
            <a:ext cx="594360" cy="5943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80720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71576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Select Subject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36392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Choose structured or custom mode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88720" y="3657600"/>
            <a:ext cx="0" cy="18288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65760" y="3977639"/>
            <a:ext cx="530352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977639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4360" y="4178807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178807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08736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Generate Quiz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507992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AI creates topic-specific questions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88720" y="5029200"/>
            <a:ext cx="0" cy="182879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65760" y="5349240"/>
            <a:ext cx="530352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5349240"/>
            <a:ext cx="73152" cy="10515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94360" y="5550407"/>
            <a:ext cx="594360" cy="5943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5550407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45896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Answer Questions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879592"/>
            <a:ext cx="4160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User completes quiz in the UI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2286000"/>
            <a:ext cx="1188720" cy="2743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0" y="292608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06B6D4"/>
                </a:solidFill>
                <a:latin typeface="Calibri"/>
              </a:rPr>
              <a:t>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069080"/>
            <a:ext cx="1188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B6D4"/>
                </a:solidFill>
                <a:latin typeface="Calibri"/>
              </a:rPr>
              <a:t>Feedback
Loop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1234440"/>
            <a:ext cx="457200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406640" y="1234440"/>
            <a:ext cx="73152" cy="105156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635240" y="1435608"/>
            <a:ext cx="594360" cy="59436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35240" y="143560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134416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72B6"/>
                </a:solidFill>
                <a:latin typeface="Calibri"/>
              </a:rPr>
              <a:t>Submit Quiz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176479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Answers sent to backend for scoring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229600" y="2286000"/>
            <a:ext cx="0" cy="18288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7406640" y="3017520"/>
            <a:ext cx="457200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406640" y="3017520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635240" y="3218688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35240" y="321868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1272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System Updates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354787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Attempt saved · Average recalculated · Progress updated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229600" y="4069079"/>
            <a:ext cx="0" cy="182881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7406640" y="4800600"/>
            <a:ext cx="457200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406640" y="480060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635240" y="5001768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635240" y="50017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491032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Dashboard Refreshes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533095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Subject analytics updated in real-time</a:t>
            </a: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ode_pur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65760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00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eact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98448"/>
            <a:ext cx="530352" cy="5303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13258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333756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2057400"/>
            <a:ext cx="54864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12140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React (Vite)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96312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Component-based SPA, fast HMR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08960"/>
            <a:ext cx="333756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108960"/>
            <a:ext cx="54864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17296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TailwindCSS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47872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Utility-first responsive styling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60520"/>
            <a:ext cx="333756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4160520"/>
            <a:ext cx="54864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422452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Axios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599431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HTTP client for REST API calls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212079"/>
            <a:ext cx="333756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5212079"/>
            <a:ext cx="54864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527608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JWT Handling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650992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Token storage &amp; header injection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234440"/>
            <a:ext cx="365760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7680" y="1234440"/>
            <a:ext cx="36576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python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298448"/>
            <a:ext cx="530352" cy="53035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74920" y="13258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2057400"/>
            <a:ext cx="333756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34840" y="205740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90288" y="212140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Flask (Python)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2496312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Lightweight REST API framework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3108960"/>
            <a:ext cx="333756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34840" y="310896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90288" y="317296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MySQL Connector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3547872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Database queries &amp; transactions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34840" y="4160520"/>
            <a:ext cx="333756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434840" y="416052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90288" y="422452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JWT (PyJWT)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0288" y="4599431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Token generation &amp; validation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5212079"/>
            <a:ext cx="333756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434840" y="5212079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90288" y="527608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RESTful 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90288" y="5650992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Modular, scalable API structure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1234440"/>
            <a:ext cx="3657600" cy="5212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229600" y="1234440"/>
            <a:ext cx="365760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db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1298448"/>
            <a:ext cx="530352" cy="53035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006840" y="13258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AI &amp; Database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66760" y="2057400"/>
            <a:ext cx="333756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366760" y="2057400"/>
            <a:ext cx="54864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22208" y="212140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OpenAI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22208" y="2496312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GPT-powered notes &amp; quizzes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66760" y="3108960"/>
            <a:ext cx="333756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366760" y="3108960"/>
            <a:ext cx="54864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22208" y="317296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MySQL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22208" y="3547872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Relational DB for all user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66760" y="4160520"/>
            <a:ext cx="333756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366760" y="4160520"/>
            <a:ext cx="54864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522208" y="422452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Role Isolation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22208" y="4599431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Per-user security &amp; data privacy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66760" y="5212079"/>
            <a:ext cx="3337560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366760" y="5212079"/>
            <a:ext cx="54864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22208" y="527608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Modular Code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22208" y="5650992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Scalable maintainable design</a:t>
            </a:r>
          </a:p>
        </p:txBody>
      </p:sp>
    </p:spTree>
  </p:cSld>
  <p:clrMapOvr>
    <a:masterClrMapping/>
  </p:clrMapOvr>
  <p:transition spd="med">
    <p:push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ulb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Technical Challenges Faced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Real problems solved during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91440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JWT Token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93391"/>
            <a:ext cx="5230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Handling token expiry, refresh, and secure storage on frontend without data exposure.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91440" cy="1600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389888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4444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Progress Calculation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93391"/>
            <a:ext cx="5230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Accurately computing distinct topic attempts vs. total topics, avoiding double-counting.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91440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310128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B6D4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3101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Avoiding Duplicate Attempts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913632"/>
            <a:ext cx="5230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Ensuring same topic quiz counted only once per user towards progress percentage.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20040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3200400"/>
            <a:ext cx="91440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3310128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3101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Database Relationship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913632"/>
            <a:ext cx="5230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Designing normalized schema correctly linking users → quiz_attempts → user_progress.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2064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5120640"/>
            <a:ext cx="91440" cy="1600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5230368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78BFA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23036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Structured AI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833872"/>
            <a:ext cx="5230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Prompting OpenAI to return consistent, structured quiz content mapped to syllabus.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512064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5120640"/>
            <a:ext cx="91440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0528" y="5230368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523036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Dynamic Frontend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5833872"/>
            <a:ext cx="5230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Managing complex React state across quiz generation, submission, and progress refresh.</a:t>
            </a: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gra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6B6D4"/>
                </a:solidFill>
                <a:latin typeface="Calibri"/>
              </a:rPr>
              <a:t>What was gained through building EduGenie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91440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🏗️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Full-Stack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93391"/>
            <a:ext cx="5230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Built complete system from React UI to Flask APIs to MySQL database.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91440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3898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REST API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993391"/>
            <a:ext cx="5230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Designed modular resource-based endpoints following REST principles.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91440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3101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🗄️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3101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Database Schema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913632"/>
            <a:ext cx="5230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Normalized DB schema with proper foreign keys and relationships.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20040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3200400"/>
            <a:ext cx="91440" cy="1600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33101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31012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AI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913632"/>
            <a:ext cx="5230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Integrated OpenAI API with structured prompting in a real application.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2064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5120640"/>
            <a:ext cx="91440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52303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23036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Authentication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833872"/>
            <a:ext cx="5230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Implemented end-to-end JWT auth with protected routes and user isolation.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512064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5120640"/>
            <a:ext cx="91440" cy="16002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0528" y="52303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523036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72B6"/>
                </a:solidFill>
                <a:latin typeface="Calibri"/>
              </a:rPr>
              <a:t>Analytics Algorithms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5833872"/>
            <a:ext cx="5230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4A3B8"/>
                </a:solidFill>
                <a:latin typeface="Calibri"/>
              </a:rPr>
              <a:t>Designed and implemented progress and score calculation algorithms.</a:t>
            </a: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rophy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0116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alibri"/>
              </a:rPr>
              <a:t>The roadmap to a complete smart academic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6974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6974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417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103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Performance Graphs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587752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Visual score trends, topic heatmaps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234440"/>
            <a:ext cx="26974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1234440"/>
            <a:ext cx="26974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1417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103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Adaptive Difficulty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587752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AI adjusts question difficulty based on history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234440"/>
            <a:ext cx="26974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234440"/>
            <a:ext cx="26974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417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103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Spaced Repetition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587752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Smart revision scheduling by forgetting curves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234440"/>
            <a:ext cx="26974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560" y="1234440"/>
            <a:ext cx="26974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9720" y="1417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1031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Gamification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587752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Badges, XP, leaderboards, and streaks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840480"/>
            <a:ext cx="26974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3840480"/>
            <a:ext cx="269748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79" y="40233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👨‍🏫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47091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Calibri"/>
              </a:rPr>
              <a:t>Teacher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5193792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Instructors monitor and upload content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3840480"/>
            <a:ext cx="26974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0" y="3840480"/>
            <a:ext cx="2697480" cy="7315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37560" y="40233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7091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B6"/>
                </a:solidFill>
                <a:latin typeface="Calibri"/>
              </a:rPr>
              <a:t>Mobile 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5193792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React Native offline-capable learning app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840480"/>
            <a:ext cx="26974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26480" y="3840480"/>
            <a:ext cx="26974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63640" y="40233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7091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Study Rooms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193792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Collaborative group notes and quizzes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3840480"/>
            <a:ext cx="269748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052560" y="3840480"/>
            <a:ext cx="26974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89720" y="40233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47091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LMS Integration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5193792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Google Classroom, Moodle, portals</a:t>
            </a:r>
          </a:p>
        </p:txBody>
      </p:sp>
    </p:spTree>
  </p:cSld>
  <p:clrMapOvr>
    <a:masterClrMapping/>
  </p:clrMapOvr>
  <p:transition spd="med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ura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circuit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520"/>
            <a:ext cx="12188952" cy="9144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2563E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4114800"/>
            <a:ext cx="4572000" cy="4572000"/>
          </a:xfrm>
          <a:prstGeom prst="ellipse">
            <a:avLst/>
          </a:prstGeom>
          <a:solidFill>
            <a:srgbClr val="06B6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731520"/>
            <a:ext cx="31089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731520"/>
            <a:ext cx="31089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8686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990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Calibri"/>
              </a:rPr>
              <a:t>Artificial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731520"/>
            <a:ext cx="31089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731520"/>
            <a:ext cx="31089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8686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3990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Learning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731520"/>
            <a:ext cx="3108960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0" y="731520"/>
            <a:ext cx="31089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8686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3990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Performance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91440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64748B"/>
                </a:solidFill>
                <a:latin typeface="Calibri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91440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64748B"/>
                </a:solidFill>
                <a:latin typeface="Calibri"/>
              </a:rPr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2011680"/>
            <a:ext cx="9418320" cy="3200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371600" y="2011680"/>
            <a:ext cx="9418320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71600" y="21488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017520"/>
            <a:ext cx="9418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06B6D4"/>
                </a:solidFill>
                <a:latin typeface="Calibri"/>
              </a:rPr>
              <a:t>EduGenie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5661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transforms academic learning from static content into a dynamic,
AI-powered, performance-driven intelligent study system.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389120"/>
            <a:ext cx="9418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371600" y="4590288"/>
            <a:ext cx="4434840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avatar_h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4663440"/>
            <a:ext cx="868680" cy="8686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14600" y="4709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Calibri"/>
              </a:rPr>
              <a:t>Harsh Kumar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51389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MCA Final Year Student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4590288"/>
            <a:ext cx="4434840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avatar_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663440"/>
            <a:ext cx="868680" cy="8686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98079" y="4709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Savita Tudu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51389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MCA Final Year Student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6080760"/>
            <a:ext cx="1600200" cy="384048"/>
          </a:xfrm>
          <a:prstGeom prst="roundRect">
            <a:avLst/>
          </a:prstGeom>
          <a:solidFill>
            <a:srgbClr val="1E3A5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28800" y="608076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React + Flask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66160" y="6080760"/>
            <a:ext cx="1600200" cy="384048"/>
          </a:xfrm>
          <a:prstGeom prst="roundRect">
            <a:avLst/>
          </a:prstGeom>
          <a:solidFill>
            <a:srgbClr val="1E3A5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66160" y="608076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OpenAI API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0" y="6080760"/>
            <a:ext cx="1600200" cy="384048"/>
          </a:xfrm>
          <a:prstGeom prst="roundRect">
            <a:avLst/>
          </a:prstGeom>
          <a:solidFill>
            <a:srgbClr val="1E3A5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03520" y="608076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MySQL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40879" y="6080760"/>
            <a:ext cx="1600200" cy="384048"/>
          </a:xfrm>
          <a:prstGeom prst="roundRect">
            <a:avLst/>
          </a:prstGeom>
          <a:solidFill>
            <a:srgbClr val="1E3A5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40879" y="608076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JWT Auth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78240" y="6080760"/>
            <a:ext cx="1600200" cy="384048"/>
          </a:xfrm>
          <a:prstGeom prst="roundRect">
            <a:avLst/>
          </a:prstGeom>
          <a:solidFill>
            <a:srgbClr val="1E3A5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78240" y="608076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MCA 2024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1096</Words>
  <Application>Microsoft Office PowerPoint</Application>
  <PresentationFormat>Custom</PresentationFormat>
  <Paragraphs>301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Harsh Kumar</dc:creator>
  <cp:keywords/>
  <dc:description>generated using python-pptx</dc:description>
  <cp:lastModifiedBy>Harsh Kumar</cp:lastModifiedBy>
  <cp:revision>2</cp:revision>
  <dcterms:created xsi:type="dcterms:W3CDTF">2013-01-27T09:14:16Z</dcterms:created>
  <dcterms:modified xsi:type="dcterms:W3CDTF">2026-02-28T15:10:29Z</dcterms:modified>
  <cp:category/>
</cp:coreProperties>
</file>